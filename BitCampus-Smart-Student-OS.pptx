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-design-for-colloge-pke7-git-main-100-time-code-run.vercel.app/" TargetMode="External"/><Relationship Id="rId3" Type="http://schemas.openxmlformats.org/officeDocument/2006/relationships/hyperlink" Target="https://github.com/rudrak2005/Web-Design-For-Colloge" TargetMode="External"/><Relationship Id="rId1" Type="http://schemas.openxmlformats.org/officeDocument/2006/relationships/image" Target="../media/image-1-1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web-design-for-colloge-pke7-git-main-100-time-code-run.vercel.app/" TargetMode="External"/><Relationship Id="rId6" Type="http://schemas.openxmlformats.org/officeDocument/2006/relationships/hyperlink" Target="https://github.com/rudrak2005/Web-Design-For-Colloge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805583"/>
            <a:ext cx="6296860" cy="4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750" spc="-28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BitCampus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3360" y="2384524"/>
            <a:ext cx="6296860" cy="1267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800" spc="-38" kern="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LEARN • TRACK • GROW • BELONG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233360" y="3771503"/>
            <a:ext cx="6296860" cy="3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</a:t>
            </a:r>
            <a:pPr algn="ctr" indent="0" marL="0">
              <a:lnSpc>
                <a:spcPct val="89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Smart Student Portal / Student OS</a:t>
            </a:r>
            <a:pPr algn="ctr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that unifies academics, campus life, career, and student support into one intelligent, retro-modern workspace — entirely frontend-first, beautifully designed, and built for the modern student.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144959" y="4256286"/>
            <a:ext cx="3175417" cy="796131"/>
          </a:xfrm>
          <a:prstGeom prst="roundRect">
            <a:avLst>
              <a:gd name="adj" fmla="val 11111"/>
            </a:avLst>
          </a:prstGeom>
          <a:solidFill>
            <a:srgbClr val="532418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267789" y="4336058"/>
            <a:ext cx="2929757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👨‍💻</a:t>
            </a:r>
            <a:pPr algn="l" indent="0" marL="0">
              <a:lnSpc>
                <a:spcPct val="108000"/>
              </a:lnSpc>
              <a:buNone/>
            </a:pPr>
            <a:r>
              <a:rPr lang="en-US" sz="1350" spc="-14" kern="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Author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67789" y="4645422"/>
            <a:ext cx="2929757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9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Rudraksh Kumar</a:t>
            </a:r>
            <a:endParaRPr lang="en-US" sz="950" dirty="0"/>
          </a:p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Sandeep khuswaha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537957" y="4336058"/>
            <a:ext cx="2998613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🔗</a:t>
            </a:r>
            <a:pPr algn="l" indent="0" marL="0">
              <a:lnSpc>
                <a:spcPct val="108000"/>
              </a:lnSpc>
              <a:buNone/>
            </a:pPr>
            <a:r>
              <a:rPr lang="en-US" sz="1350" spc="-14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Live Demo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37957" y="4645422"/>
            <a:ext cx="3608198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on Vercel </a:t>
            </a:r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↗</a:t>
            </a:r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 |  </a:t>
            </a:r>
            <a:pPr algn="l" indent="0" marL="0">
              <a:lnSpc>
                <a:spcPct val="89000"/>
              </a:lnSpc>
              <a:buNone/>
            </a:pPr>
            <a:r>
              <a:rPr lang="en-US" sz="9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 </a:t>
            </a:r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↗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2513"/>
            <a:ext cx="1368490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39167"/>
            <a:ext cx="175126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45257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Fragmented Portals, Frustrated Students</a:t>
            </a:r>
            <a:endParaRPr lang="en-US" sz="4250" dirty="0"/>
          </a:p>
        </p:txBody>
      </p:sp>
      <p:sp>
        <p:nvSpPr>
          <p:cNvPr id="5" name="Shape 3"/>
          <p:cNvSpPr/>
          <p:nvPr/>
        </p:nvSpPr>
        <p:spPr>
          <a:xfrm>
            <a:off x="661475" y="1935163"/>
            <a:ext cx="5339820" cy="1619746"/>
          </a:xfrm>
          <a:prstGeom prst="roundRect">
            <a:avLst>
              <a:gd name="adj" fmla="val 4901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9531" y="2143224"/>
            <a:ext cx="492370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Academic Overload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9531" y="2609850"/>
            <a:ext cx="492370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single view of CGPA, attendance percentage, pending assignments, and upcoming exams together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1935163"/>
            <a:ext cx="5339919" cy="1619746"/>
          </a:xfrm>
          <a:prstGeom prst="roundRect">
            <a:avLst>
              <a:gd name="adj" fmla="val 4901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8358" y="2143224"/>
            <a:ext cx="492380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 Smart Alerts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398358" y="2609850"/>
            <a:ext cx="49238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miss fee deadlines, library due dates, placement drives, and notice-board updates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3743920"/>
            <a:ext cx="5339820" cy="137408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9531" y="3951982"/>
            <a:ext cx="492370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Career Blindspot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69531" y="4418608"/>
            <a:ext cx="492370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Placement readiness, internship opportunities, and resume health are rarely surfaced proactively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0301" y="3743920"/>
            <a:ext cx="5339919" cy="137408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8358" y="3951982"/>
            <a:ext cx="492380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Poor UX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398358" y="4418608"/>
            <a:ext cx="49238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Generic portals lack personality, context-awareness, and any kind of intelligent student guidance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5330627"/>
            <a:ext cx="10868745" cy="944860"/>
          </a:xfrm>
          <a:prstGeom prst="roundRect">
            <a:avLst>
              <a:gd name="adj" fmla="val 8402"/>
            </a:avLst>
          </a:prstGeom>
          <a:solidFill>
            <a:srgbClr val="FCF2B5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572919"/>
            <a:ext cx="236234" cy="1890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75723" y="5566866"/>
            <a:ext cx="1006549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student juggling 8 different portal sections cannot focus on learning. BitCampus fixes this with one unified, intelligent workspace.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4823"/>
            <a:ext cx="1428813" cy="272752"/>
          </a:xfrm>
          <a:prstGeom prst="roundRect">
            <a:avLst>
              <a:gd name="adj" fmla="val 22121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698599"/>
            <a:ext cx="182309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85738"/>
            <a:ext cx="10868745" cy="67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50" spc="-4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Everything a Student Needs, Organised.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661475" y="1912640"/>
            <a:ext cx="11478330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BitCampus streamlines the student experience by integrating essential tools and information into intuitive modules: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32137"/>
            <a:ext cx="1408970" cy="14090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954363"/>
            <a:ext cx="2557200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Academics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1475" y="4392216"/>
            <a:ext cx="2557200" cy="159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with CGPA, semester progress, subject-wise attendance (with safe-zone predictor), results, SGPA calculator, and assignment tracker with overdue detection.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891" y="2332137"/>
            <a:ext cx="1409069" cy="14091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31891" y="3954463"/>
            <a:ext cx="2557299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Campus Services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431891" y="4392315"/>
            <a:ext cx="2557299" cy="159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timetable with live-class indicator, library with issue/return and fine estimation, fee breakdown with demo payment, notices, and student registration workflow.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406" y="2332137"/>
            <a:ext cx="1409069" cy="14091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02406" y="3954463"/>
            <a:ext cx="2557299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Career &amp; Support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202406" y="4392315"/>
            <a:ext cx="2557299" cy="1820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Placement portal with job/internship listings, application tracking, resume readiness score, preparation metrics, feedback/grievance system, and important support links.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921" y="2332137"/>
            <a:ext cx="1409069" cy="140910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72921" y="3954463"/>
            <a:ext cx="2557299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BitAI Assistant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8972921" y="4392315"/>
            <a:ext cx="2557299" cy="159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rule-based assistant answering portal questions using page context and localStorage — attendance status, pending fees, CGPA queries, issued books, and more.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7223"/>
            <a:ext cx="1647982" cy="201116"/>
          </a:xfrm>
          <a:prstGeom prst="roundRect">
            <a:avLst>
              <a:gd name="adj" fmla="val 22105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836910"/>
            <a:ext cx="209882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035348"/>
            <a:ext cx="10868745" cy="494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spc="-30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Technical Architecture - Smart Layer &amp; Frontend Architecture</a:t>
            </a:r>
            <a:endParaRPr lang="en-US" sz="2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72940"/>
            <a:ext cx="3691044" cy="3691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523" y="1761331"/>
            <a:ext cx="5273047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263523" y="2101155"/>
            <a:ext cx="5273047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session via bitCampusSession key in localStorage. Demo credentials: </a:t>
            </a:r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student@bitcampus.com</a:t>
            </a:r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</a:t>
            </a:r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123456</a:t>
            </a:r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Not production security.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63523" y="2486223"/>
            <a:ext cx="5273047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Smart Layer Capabilities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263523" y="2826048"/>
            <a:ext cx="5273047" cy="8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search</a:t>
            </a:r>
            <a:endParaRPr lang="en-US" sz="1000" dirty="0"/>
          </a:p>
          <a:p>
            <a:pPr algn="l" marL="203200" indent="-203200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Attendance safe-zone predictor</a:t>
            </a:r>
            <a:endParaRPr lang="en-US" sz="1000" dirty="0"/>
          </a:p>
          <a:p>
            <a:pPr algn="l" marL="203200" indent="-203200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Campus Brief</a:t>
            </a:r>
            <a:endParaRPr lang="en-US" sz="1000" dirty="0"/>
          </a:p>
          <a:p>
            <a:pPr algn="l" marL="203200" indent="-203200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Study streak</a:t>
            </a:r>
            <a:endParaRPr lang="en-US" sz="1000" dirty="0"/>
          </a:p>
          <a:p>
            <a:pPr algn="l" marL="203200" indent="-203200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alerts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523" y="3779242"/>
            <a:ext cx="5273047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Future Architecture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63523" y="4119066"/>
            <a:ext cx="5273047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Node.js/Express or FastAPI backend</a:t>
            </a:r>
            <a:endParaRPr lang="en-US" sz="1000" dirty="0"/>
          </a:p>
          <a:p>
            <a:pPr algn="l" marL="203200" indent="-203200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RBAC auth</a:t>
            </a:r>
            <a:endParaRPr lang="en-US" sz="1000" dirty="0"/>
          </a:p>
          <a:p>
            <a:pPr algn="l" marL="203200" indent="-203200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university APIs</a:t>
            </a:r>
            <a:endParaRPr lang="en-US" sz="1000" dirty="0"/>
          </a:p>
          <a:p>
            <a:pPr algn="l" marL="203200" indent="-203200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hosted or local LLM</a:t>
            </a:r>
            <a:endParaRPr lang="en-US" sz="1000" dirty="0"/>
          </a:p>
          <a:p>
            <a:pPr algn="l" marL="203200" indent="-203200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risk engine</a:t>
            </a:r>
            <a:endParaRPr lang="en-US" sz="1000" dirty="0"/>
          </a:p>
          <a:p>
            <a:pPr algn="l" marL="203200" indent="-203200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gamification layer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1475" y="5672435"/>
            <a:ext cx="10868745" cy="388243"/>
          </a:xfrm>
          <a:prstGeom prst="roundRect">
            <a:avLst>
              <a:gd name="adj" fmla="val 14314"/>
            </a:avLst>
          </a:prstGeom>
          <a:solidFill>
            <a:srgbClr val="FFE0C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30" y="5798046"/>
            <a:ext cx="165294" cy="1322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1280" y="5798046"/>
            <a:ext cx="10916270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Frontend-Only Prototype:</a:t>
            </a:r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real backend, payment gateway, university database, or remote LLM in the current version. All data is demo/local only.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84746"/>
            <a:ext cx="968351" cy="201116"/>
          </a:xfrm>
          <a:prstGeom prst="roundRect">
            <a:avLst>
              <a:gd name="adj" fmla="val 22105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1024434"/>
            <a:ext cx="141918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222871"/>
            <a:ext cx="10868745" cy="494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spc="-30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Solution - One Smart Workspace for Every Student Need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856284"/>
            <a:ext cx="10868745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BitCampus delivers a unified, intelligent workspace that seamlessly integrates academics, campus life, career resources, and student support. It transforms the fragmented portal experience into one cohesive retro-modern interface, designed for the modern student.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7615" y="2252960"/>
            <a:ext cx="5916464" cy="27077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67844" y="4168894"/>
            <a:ext cx="1110748" cy="51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BitAI Assistant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67998" y="4296804"/>
            <a:ext cx="1110747" cy="2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Smart Layer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875760" y="4168894"/>
            <a:ext cx="1110747" cy="51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Portal Modules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453090" y="4168894"/>
            <a:ext cx="1110747" cy="51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Student Login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61475" y="5157490"/>
            <a:ext cx="3407384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Retro-Modern UI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5497314"/>
            <a:ext cx="3407384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Parchment panels, dark ink borders, tape motifs — a campus notice-board reborn as a digital OS.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97860" y="5157490"/>
            <a:ext cx="3407384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Smart Intelligence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397860" y="5497314"/>
            <a:ext cx="3407384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Rule-based BitAI, smart alerts, study streaks, and daily campus briefs — all locally powered.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134246" y="5157490"/>
            <a:ext cx="3407384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Zero Backend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34246" y="5497314"/>
            <a:ext cx="3407384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Pure HTML5, CSS3, and Vanilla JS with localStorage — runs anywhere, instantly, no server needed.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5787"/>
            <a:ext cx="1227801" cy="229691"/>
          </a:xfrm>
          <a:prstGeom prst="roundRect">
            <a:avLst>
              <a:gd name="adj" fmla="val 22120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631130"/>
            <a:ext cx="16560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&amp; VISION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63798"/>
            <a:ext cx="10868745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spc="-34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Impact &amp; Vision - From Student Portal to Smart Student 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2175470"/>
            <a:ext cx="10868745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BitCampus delivers a unified, intelligent workspace that seamlessly integrates academics, campus life, career resources, and student support. It transforms the fragmented portal experience into one cohesive retro-modern interface, designed for the modern student.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65313"/>
            <a:ext cx="5373851" cy="26109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34946" y="2757388"/>
            <a:ext cx="226808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31730" y="3258939"/>
            <a:ext cx="5033340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spc="-17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Student Value - One login, zero confusion.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1730" y="3614043"/>
            <a:ext cx="5033340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gain a unified view of academics, campus life, and career readiness — with smart nudges that prevent missed deadlines and attendance drops.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6270" y="2665313"/>
            <a:ext cx="5373950" cy="2610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29841" y="2757388"/>
            <a:ext cx="226808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6326525" y="3258939"/>
            <a:ext cx="5033440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spc="-17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Future Vision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326525" y="3614043"/>
            <a:ext cx="5033440" cy="149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study planner</a:t>
            </a:r>
            <a:endParaRPr lang="en-US" sz="1150" dirty="0"/>
          </a:p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Academic health score</a:t>
            </a:r>
            <a:endParaRPr lang="en-US" sz="1150" dirty="0"/>
          </a:p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student twin</a:t>
            </a:r>
            <a:endParaRPr lang="en-US" sz="1150" dirty="0"/>
          </a:p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match engine</a:t>
            </a:r>
            <a:endParaRPr lang="en-US" sz="1150" dirty="0"/>
          </a:p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XP/gamification</a:t>
            </a:r>
            <a:endParaRPr lang="en-US" sz="1150" dirty="0"/>
          </a:p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mode</a:t>
            </a:r>
            <a:endParaRPr lang="en-US" sz="1150" dirty="0"/>
          </a:p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Campus knowledge base powered by RAG + local LLM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61475" y="5412284"/>
            <a:ext cx="5373851" cy="859830"/>
          </a:xfrm>
          <a:prstGeom prst="roundRect">
            <a:avLst>
              <a:gd name="adj" fmla="val 7386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5380" y="5576193"/>
            <a:ext cx="5046040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spc="-17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25380" y="5931297"/>
            <a:ext cx="504604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Primary Demo link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56270" y="5412284"/>
            <a:ext cx="5373950" cy="859830"/>
          </a:xfrm>
          <a:prstGeom prst="roundRect">
            <a:avLst>
              <a:gd name="adj" fmla="val 7386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20175" y="5576193"/>
            <a:ext cx="5046139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spc="-17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GitHub Repo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320175" y="5931297"/>
            <a:ext cx="5046139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Source link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954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2026-09-14T19:05:08Z</dcterms:created>
  <dcterms:modified xsi:type="dcterms:W3CDTF">2026-09-14T19:05:08Z</dcterms:modified>
</cp:coreProperties>
</file>